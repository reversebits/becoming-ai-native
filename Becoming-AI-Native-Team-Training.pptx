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2550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A2550"/>
                </a:solidFill>
                <a:latin typeface="Calibri"/>
              </a:rPr>
              <a:t>Tokens per MCP (measured in isolation)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 at session start</c:v>
                </c:pt>
              </c:strCache>
            </c:strRef>
          </c:tx>
          <c:spPr>
            <a:solidFill>
              <a:srgbClr val="0F1E47">
                <a:alpha val="9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5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1E4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1E4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F1E4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F1E4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F1E4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A9BC7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github</c:v>
                  </c:pt>
                  <c:pt idx="1">
                    <c:v>figma</c:v>
                  </c:pt>
                  <c:pt idx="2">
                    <c:v>linear</c:v>
                  </c:pt>
                  <c:pt idx="3">
                    <c:v>sentry</c:v>
                  </c:pt>
                  <c:pt idx="4">
                    <c:v>crm</c:v>
                  </c:pt>
                  <c:pt idx="5">
                    <c:v>baseline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11200</c:v>
                </c:pt>
                <c:pt idx="1">
                  <c:v>9800</c:v>
                </c:pt>
                <c:pt idx="2">
                  <c:v>6400</c:v>
                </c:pt>
                <c:pt idx="3">
                  <c:v>4100</c:v>
                </c:pt>
                <c:pt idx="4">
                  <c:v>8600</c:v>
                </c:pt>
                <c:pt idx="5">
                  <c:v>2100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5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· TEAM TRAINING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Becoming AI Native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3474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track problems, document fixes, and share learnings — in the open.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github.com/reverseBits/Becoming-AI-Native</a:t>
            </a:r>
            <a:pPr indent="0" marL="0">
              <a:buNone/>
            </a:pPr>
            <a:r>
              <a:rPr lang="en-US" sz="14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reverseBits ·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EXISTS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2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LinkedIn posts won't save us.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happening: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tweet cheatsheets.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promise magic configs.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problems, rediscovered weekly.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tracked. Nothing compounds.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103120"/>
            <a:ext cx="5120640" cy="3931920"/>
          </a:xfrm>
          <a:prstGeom prst="rect">
            <a:avLst/>
          </a:prstGeom>
          <a:solidFill>
            <a:srgbClr val="0F1E47"/>
          </a:solidFill>
          <a:ln w="12700">
            <a:solidFill>
              <a:srgbClr val="0F1E47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0" y="2103120"/>
            <a:ext cx="73152" cy="393192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7512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doing instead: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75120" y="2743200"/>
            <a:ext cx="47548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problem → an Issue.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fix → a versioned doc.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learning → public, linkable.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can contribute back.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F1E47"/>
          </a:solidFill>
          <a:ln w="12700">
            <a:solidFill>
              <a:srgbClr val="0F1E4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reverseBits · Becoming AI Native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89920" y="6556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process. Every problem.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34340" y="2377440"/>
            <a:ext cx="2148840" cy="292608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34340" y="2377440"/>
            <a:ext cx="2148840" cy="9144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1722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E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17220" y="34290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17220" y="393192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Issue with a template. No labels needed — unlabeled = untriaged.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20340" y="2377440"/>
            <a:ext cx="2148840" cy="292608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720340" y="2377440"/>
            <a:ext cx="2148840" cy="9144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0322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E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903220" y="34290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03220" y="393192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 adds category label, assigns owner, moves to Investigating.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06340" y="2377440"/>
            <a:ext cx="2148840" cy="292608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006340" y="2377440"/>
            <a:ext cx="2148840" cy="9144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18922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E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5189220" y="34290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189220" y="393192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happens in the thread. Public evidence trail.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92340" y="2377440"/>
            <a:ext cx="2148840" cy="292608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292340" y="2377440"/>
            <a:ext cx="2148840" cy="9144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47522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E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7475220" y="34290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5220" y="393192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adds a doc under /docs. No doc, not solved.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578340" y="2377440"/>
            <a:ext cx="2148840" cy="292608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578340" y="2377440"/>
            <a:ext cx="2148840" cy="9144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76122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E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800" dirty="0"/>
          </a:p>
        </p:txBody>
      </p:sp>
      <p:sp>
        <p:nvSpPr>
          <p:cNvPr id="27" name="Text 25"/>
          <p:cNvSpPr/>
          <p:nvPr/>
        </p:nvSpPr>
        <p:spPr>
          <a:xfrm>
            <a:off x="9761220" y="34290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61220" y="393192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issue with doc link. Post in Discussions.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Problem hit    →    Issue    →    Investigate publicly    →    Fix    →    Doc PR    →    Close    →    Share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F1E47"/>
          </a:solidFill>
          <a:ln w="12700">
            <a:solidFill>
              <a:srgbClr val="0F1E47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reverseBits · Becoming AI Native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789920" y="6556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E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5603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token bloat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heavyweight problem. Measurement, investigation, 47% token reduction.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B8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42k → 22k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at session start, same tooling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 · STEP 1-2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Raise it. Don't Slack it.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11247120" cy="4206240"/>
          </a:xfrm>
          <a:prstGeom prst="rect">
            <a:avLst/>
          </a:prstGeom>
          <a:solidFill>
            <a:srgbClr val="0A1430"/>
          </a:solidFill>
          <a:ln w="12700">
            <a:solidFill>
              <a:srgbClr val="0A143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920240"/>
            <a:ext cx="73152" cy="420624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057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8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 #14 · [Problem] MCP tool schemas consuming 42k tokens at session start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 added on triage: mcp  cost  investigating</a:t>
            </a:r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880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Environment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Model: claude-opus-4-6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MCPs enabled: github, figma, linear, sentry, crm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Reproduction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Enable all 5 MCPs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Send one-word message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Check token count → 42,800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Impact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Blocks delivery. Cost $8 for one debug session.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F1E47"/>
          </a:solidFill>
          <a:ln w="12700">
            <a:solidFill>
              <a:srgbClr val="0F1E4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reverseBits · Becoming AI Native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556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 · STEP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lives in the thread.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2011680"/>
          <a:ext cx="68580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2011680"/>
            <a:ext cx="4114800" cy="4023360"/>
          </a:xfrm>
          <a:prstGeom prst="rect">
            <a:avLst/>
          </a:prstGeom>
          <a:solidFill>
            <a:srgbClr val="0F1E47"/>
          </a:solidFill>
          <a:ln w="12700">
            <a:solidFill>
              <a:srgbClr val="0F1E47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7589520" y="2011680"/>
            <a:ext cx="73152" cy="402336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818120" y="2194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818120" y="2651760"/>
            <a:ext cx="37490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MCPs on: 42,200 tokens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 tools exposed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actually use ~15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ran over 47 sessions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F1E47"/>
          </a:solidFill>
          <a:ln w="12700">
            <a:solidFill>
              <a:srgbClr val="0F1E4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reverseBits · Becoming AI Native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789920" y="6556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 · STEP 4-5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→ Doc → Closed.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5486400" cy="42062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920240"/>
            <a:ext cx="73152" cy="4206240"/>
          </a:xfrm>
          <a:prstGeom prst="rect">
            <a:avLst/>
          </a:prstGeom>
          <a:solidFill>
            <a:srgbClr val="5FD68D"/>
          </a:solidFill>
          <a:ln w="12700">
            <a:solidFill>
              <a:srgbClr val="5FD68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2057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(two tiers)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6517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(always on):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github, reversebits-crm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(per-project):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figma, linear, sentry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Forked our own MCPs to expose only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3-5 tools we actually call.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486400" cy="4206240"/>
          </a:xfrm>
          <a:prstGeom prst="rect">
            <a:avLst/>
          </a:prstGeom>
          <a:solidFill>
            <a:srgbClr val="0A1430"/>
          </a:solidFill>
          <a:ln w="12700">
            <a:solidFill>
              <a:srgbClr val="0A143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217920" y="1920240"/>
            <a:ext cx="73152" cy="420624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4652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8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docs/mcp/baseline-config-pattern.md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468880"/>
            <a:ext cx="5120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 MCP baseline + on-demand config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category: mcp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status: solved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source_issue: "#14"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last_validated: 2026-04-14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Problem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40k+ tokens before work starts.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Fix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Two-tier config. See left.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Limits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Per-project discipline required.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Forking MCPs adds maintenance cost.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F1E47"/>
          </a:solidFill>
          <a:ln w="12700">
            <a:solidFill>
              <a:srgbClr val="0F1E4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reverseBits · Becoming AI Native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89920" y="6556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5-minute fix still gets a doc.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custom "client-onboarding" skill never triggered on natural phrasing.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5486400" cy="37490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F2F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377440"/>
            <a:ext cx="73152" cy="374904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2514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voice. No triggers.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34290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5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"A comprehensive 12-step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5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onboarding workflow for new agency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5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clients."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484632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verbatim trigger phrases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negative examples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never fires on natural speech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2377440"/>
            <a:ext cx="5486400" cy="3749040"/>
          </a:xfrm>
          <a:prstGeom prst="rect">
            <a:avLst/>
          </a:prstGeom>
          <a:solidFill>
            <a:srgbClr val="EDFBF2"/>
          </a:solidFill>
          <a:ln w="12700">
            <a:solidFill>
              <a:srgbClr val="EDFBF2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217920" y="2377440"/>
            <a:ext cx="73152" cy="3749040"/>
          </a:xfrm>
          <a:prstGeom prst="rect">
            <a:avLst/>
          </a:prstGeom>
          <a:solidFill>
            <a:srgbClr val="5FD68D"/>
          </a:solidFill>
          <a:ln w="12700">
            <a:solidFill>
              <a:srgbClr val="5FD68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2514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4652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prompt. Triggers explicit.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46520" y="342900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5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|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5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 the 12-step onboarding flow.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5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Trigger on "onboard [X]", "start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5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onboarding for [X]", or signed SoW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5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upload. Do not trigger for employee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5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onboarding.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46520" y="51206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verb + verbatim triggers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example prevents misfire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F1E47"/>
          </a:solidFill>
          <a:ln w="12700">
            <a:solidFill>
              <a:srgbClr val="0F1E4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reverseBits · Becoming AI Native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89920" y="6556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rules. Non-negotiable.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5623560" cy="19202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2011680"/>
            <a:ext cx="73152" cy="192024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9B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not Slack.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belong in the tracker. Slack is for pinging, not archiving.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011680"/>
            <a:ext cx="5623560" cy="19202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263640" y="2011680"/>
            <a:ext cx="73152" cy="192024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9B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537960" y="269748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 public.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37960" y="3200400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Measurements, logs, token counts — post them in the issue thread.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114800"/>
            <a:ext cx="5623560" cy="19202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4114800"/>
            <a:ext cx="73152" cy="192024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31520" y="4297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9B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31520" y="48006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doc, not solved.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1520" y="5303520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resolved issue closes with a link to a merged doc under /docs.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5623560" cy="19202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73152" cy="192024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37960" y="4297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9B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537960" y="48006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what works.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37960" y="5303520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solutions in Discussions. Cross-post externally. Build in public.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F1E47"/>
          </a:solidFill>
          <a:ln w="12700">
            <a:solidFill>
              <a:srgbClr val="0F1E4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reverseBits · Becoming AI Native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89920" y="6556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E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4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WEEK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to do now.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B8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554480" y="3108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 the repo.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github.com/reverseBits/Becoming-AI-Native · Star it. Watch it.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B8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554480" y="4114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one real issue.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hit this week. Use a template. Add labels.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120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B8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554480" y="5120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two examples.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54480" y="55778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/examples/example-1-mcp-token-bloat.md and example-2-skill-not-triggering.md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reverseBits · hello@reversebits.tech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Becoming AI Native — Team Playbook</dc:title>
  <dc:subject>PptxGenJS Presentation</dc:subject>
  <dc:creator>reverseBits</dc:creator>
  <cp:lastModifiedBy>reverseBits</cp:lastModifiedBy>
  <cp:revision>1</cp:revision>
  <dcterms:created xsi:type="dcterms:W3CDTF">2026-04-14T07:03:36Z</dcterms:created>
  <dcterms:modified xsi:type="dcterms:W3CDTF">2026-04-14T07:03:36Z</dcterms:modified>
</cp:coreProperties>
</file>