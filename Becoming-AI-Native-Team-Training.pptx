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55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2550"/>
                </a:solidFill>
                <a:latin typeface="Calibri"/>
              </a:rPr>
              <a:t>Tokens per MCP (measured in isolation)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at session start</c:v>
                </c:pt>
              </c:strCache>
            </c:strRef>
          </c:tx>
          <c:spPr>
            <a:solidFill>
              <a:srgbClr val="0F1E47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E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1E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1E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1E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E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BC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github</c:v>
                  </c:pt>
                  <c:pt idx="1">
                    <c:v>figma</c:v>
                  </c:pt>
                  <c:pt idx="2">
                    <c:v>linear</c:v>
                  </c:pt>
                  <c:pt idx="3">
                    <c:v>sentry</c:v>
                  </c:pt>
                  <c:pt idx="4">
                    <c:v>crm</c:v>
                  </c:pt>
                  <c:pt idx="5">
                    <c:v>baseline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11200</c:v>
                </c:pt>
                <c:pt idx="1">
                  <c:v>9800</c:v>
                </c:pt>
                <c:pt idx="2">
                  <c:v>6400</c:v>
                </c:pt>
                <c:pt idx="3">
                  <c:v>4100</c:v>
                </c:pt>
                <c:pt idx="4">
                  <c:v>8600</c:v>
                </c:pt>
                <c:pt idx="5">
                  <c:v>2100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5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· TEAM TRAINING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Becoming AI Native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problems, document fixes, and share learnings — in the open.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github.com/reverseBits/Becoming-AI-Native</a:t>
            </a:r>
            <a:pPr indent="0" marL="0">
              <a:buNone/>
            </a:pPr>
            <a:r>
              <a:rPr lang="en-US" sz="14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posts won't save us.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tweet cheatsheets.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promise magic configs.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problems, rediscovered weekly.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tracked. Nothing compounds.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103120"/>
            <a:ext cx="5120640" cy="393192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03120"/>
            <a:ext cx="73152" cy="393192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 instead: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→ an Issue.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→ a versioned doc.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learning → public, linkable.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can contribute back.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process. Every problem.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34340" y="2377440"/>
            <a:ext cx="214884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2377440"/>
            <a:ext cx="21488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1722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" y="39319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with a template. Labels. Evidence.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0340" y="2377440"/>
            <a:ext cx="214884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0340" y="2377440"/>
            <a:ext cx="21488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22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90322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03220" y="39319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 assigns owner, sets priority, moves to Investigating.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6340" y="2377440"/>
            <a:ext cx="214884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6340" y="2377440"/>
            <a:ext cx="21488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922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18922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89220" y="39319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happens in the thread. Public evidence trail.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92340" y="2377440"/>
            <a:ext cx="214884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2340" y="2377440"/>
            <a:ext cx="21488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522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47522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5220" y="39319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adds a doc under /docs. No doc, not solved.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78340" y="2377440"/>
            <a:ext cx="214884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8340" y="2377440"/>
            <a:ext cx="2148840" cy="914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122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76122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61220" y="39319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issue with doc link. Post in Discussions.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Problem hit    →    Issue    →    Investigate publicly    →    Fix    →    Doc PR    →    Close    →    Share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token bloat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heavyweight problem. Measurement, investigation, 47% token reduction.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42k → 22k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at session start, same tooling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· STEP 1-2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it. Don't Slack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4206240"/>
          </a:xfrm>
          <a:prstGeom prst="rect">
            <a:avLst/>
          </a:prstGeom>
          <a:solidFill>
            <a:srgbClr val="0A1430"/>
          </a:solidFill>
          <a:ln w="12700">
            <a:solidFill>
              <a:srgbClr val="0A1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73152" cy="4206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#14 · [Problem] MCP tool schemas consuming 42k tokens at session 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 mcp  cost  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Model: claude-opus-4-6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MCPs enabled: github, figma, linear, sentry, crm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Reproduction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Enable all 5 MCPs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Send one-word message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token count → 42,800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delivery. Cost $8 for one debug session.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lives in the thread.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011680"/>
            <a:ext cx="4114800" cy="40233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0" y="2011680"/>
            <a:ext cx="73152" cy="40233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26517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MCPs on: 42,200 tokens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tools exposed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actually use ~15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ran over 47 sessions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· STEP 4-5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→ Doc → Closed.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486400" cy="4206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73152" cy="4206240"/>
          </a:xfrm>
          <a:prstGeom prst="rect">
            <a:avLst/>
          </a:prstGeom>
          <a:solidFill>
            <a:srgbClr val="5FD68D"/>
          </a:solidFill>
          <a:ln w="12700">
            <a:solidFill>
              <a:srgbClr val="5FD6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(two tiers)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(always on):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github, reversebits-crm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(per-project):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figma, linear, sentry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our own MCPs to expose only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3-5 tools we actually call.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4206240"/>
          </a:xfrm>
          <a:prstGeom prst="rect">
            <a:avLst/>
          </a:prstGeom>
          <a:solidFill>
            <a:srgbClr val="0A1430"/>
          </a:solidFill>
          <a:ln w="12700">
            <a:solidFill>
              <a:srgbClr val="0A1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920240"/>
            <a:ext cx="73152" cy="4206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docs/mcp/baseline-config-pattern.md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MCP baseline + on-demand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mcp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solved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source_issue: "#14"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last_validated: 2026-04-14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40k+ tokens before work starts.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Two-tier config. See left.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Per-project discipline required.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Forking MCPs adds maintenance cost.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5-minute fix still gets a doc.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custom "client-onboarding" skill never triggered on natural phrasing.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486400" cy="3749040"/>
          </a:xfrm>
          <a:prstGeom prst="rect">
            <a:avLst/>
          </a:prstGeom>
          <a:solidFill>
            <a:srgbClr val="FFF2F2"/>
          </a:solidFill>
          <a:ln w="12700">
            <a:solidFill>
              <a:srgbClr val="FF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73152" cy="3749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voice. No triggers.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"A comprehensive 12-step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workflow for new agency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verbatim trigger phrases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examples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never fires on natural speech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86400" cy="3749040"/>
          </a:xfrm>
          <a:prstGeom prst="rect">
            <a:avLst/>
          </a:prstGeom>
          <a:solidFill>
            <a:srgbClr val="EDFBF2"/>
          </a:solidFill>
          <a:ln w="12700">
            <a:solidFill>
              <a:srgbClr val="EDFB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377440"/>
            <a:ext cx="73152" cy="3749040"/>
          </a:xfrm>
          <a:prstGeom prst="rect">
            <a:avLst/>
          </a:prstGeom>
          <a:solidFill>
            <a:srgbClr val="5FD68D"/>
          </a:solidFill>
          <a:ln w="12700">
            <a:solidFill>
              <a:srgbClr val="5FD6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prompt. Triggers explicit.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 the 12-step onboarding flow.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 on "onboard [X]", "start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onboarding for [X]", or signed SoW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upload. Do not trigger for employee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onboarding.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5120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 + verbatim triggers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example prevents misfire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rules. Non-negotiable.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623560" cy="1920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73152" cy="1920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9B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not Slack.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belong in the tracker. Slack is for pinging, not archiving.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623560" cy="1920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011680"/>
            <a:ext cx="73152" cy="1920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9B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public.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Measurements, logs, token counts — post them in the issue thread.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623560" cy="1920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14800"/>
            <a:ext cx="73152" cy="1920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9B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doc, not solved.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resolved issue closes with a link to a merged doc under /docs.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623560" cy="1920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114800"/>
            <a:ext cx="73152" cy="1920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9B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37960" y="48006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works.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30352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solutions in Discussions. Cross-post externally. Build in public.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Becoming AI Native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do now.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the repo.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github.com/reverseBits/Becoming-AI-Native · Star it. Watch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one real issue.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hit this week. Use a template. Add labels.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two examples.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/examples/example-1-mcp-token-bloat.md and example-2-skill-not-triggering.md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reverseBits · hello@reversebits.tech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Becoming AI Native — Team Playbook</dc:title>
  <dc:subject>PptxGenJS Presentation</dc:subject>
  <dc:creator>reverseBits</dc:creator>
  <cp:lastModifiedBy>reverseBits</cp:lastModifiedBy>
  <cp:revision>1</cp:revision>
  <dcterms:created xsi:type="dcterms:W3CDTF">2026-04-14T07:03:36Z</dcterms:created>
  <dcterms:modified xsi:type="dcterms:W3CDTF">2026-04-14T07:03:36Z</dcterms:modified>
</cp:coreProperties>
</file>